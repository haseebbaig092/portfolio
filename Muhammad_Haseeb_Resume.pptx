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572500" cy="17097375"/>
  <p:notesSz cx="17097375" cy="8572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sume_hi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572500" cy="170973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2026-07-25T18:36:47Z</dcterms:created>
  <dcterms:modified xsi:type="dcterms:W3CDTF">2026-07-25T18:36:47Z</dcterms:modified>
</cp:coreProperties>
</file>